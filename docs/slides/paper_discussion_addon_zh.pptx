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502920" cy="54864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300"/>
                </a:solidFill>
                <a:latin typeface="Microsoft JhengHei"/>
              </a:rPr>
              <a:t>後續規劃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</a:rPr>
              <a:t>後續規劃與討論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AEB8C4"/>
                </a:solidFill>
                <a:latin typeface="Microsoft JhengHei"/>
              </a:rPr>
              <a:t>投稿前想再補強的方向 · 需要的運算資源 · 想請老師給方向的決策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EB8C4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Microsoft JhengHei"/>
              </a:rPr>
              <a:t>自我檢視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Microsoft JhengHei"/>
              </a:rPr>
              <a:t>投稿前，我想再補強的幾個地方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2514E"/>
                </a:solidFill>
                <a:latin typeface="Microsoft JhengHei"/>
              </a:rPr>
              <a:t>重新檢視實驗細節後，我認為在投出去前，下面幾點可以讓論證更站得住腳：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1672" cy="4480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2029967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因果歸因再收緊：目前「pre-training +13.2pp」是拿 29 層 pretrained 對 1 層 random-init，容量也一起變了；想補一個相同架構的對照，才能乾淨分離 pre-training 的貢獻。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851404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9108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Tokenization 說法精準化：13-mer 也帶進較大的 embedding 容量；想改成「固定 encoder 下、長 k-mer 帶來最大增益」，並附參數量帳。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3441700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359404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從 closed-set 走向真實泛化：98.7% 是同一目錄的 closed-set；想補 out-of-genome 驗證，才能談對未見基因體的表現。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4031996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949700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Scaling 敘述講清楚：500K 是自然分布、5M 以上是 species-balanced；飽和結論主要靠乾淨的 50M→250M 這段，想在文中明確交代。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462229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539996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用詞與範圍：1,535「species」其實是 genome-level classes（來源 taxonomy 只到 genus）；豐度優勢的說法也限縮在正確範圍。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Microsoft JhengHei"/>
              </a:rPr>
              <a:t>需要討論 · 運算資源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Microsoft JhengHei"/>
              </a:rPr>
              <a:t>想再跑的實驗與所需資源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2514E"/>
                </a:solidFill>
                <a:latin typeface="Microsoft JhengHei"/>
              </a:rPr>
              <a:t>上面有些只需改寫，有些需要再跑訓練 / 測試。想跟老師確認要投入哪些——部分可能需要在 Nano4 / 5 儲值運算額度。</a:t>
            </a:r>
          </a:p>
        </p:txBody>
      </p:sp>
      <p:pic>
        <p:nvPicPr>
          <p:cNvPr id="7" name="Picture 6" descr="compu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83080"/>
            <a:ext cx="1152144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B6834"/>
                </a:solidFill>
                <a:latin typeface="Microsoft JhengHei"/>
              </a:rPr>
              <a:t>想法：儲值前先跟老師確認優先序，把預算集中在 P0（out-of-genome）最有價值；50M multi-seed 與 Bracken 重估相對便宜、可先做。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3AA7"/>
                </a:solidFill>
                <a:latin typeface="Microsoft JhengHei"/>
              </a:rPr>
              <a:t>需要討論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Microsoft JhengHei"/>
              </a:rPr>
              <a:t>想請老師給方向的幾個決策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572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1051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82296" cy="105156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投稿定位要多往「評估準則 / protocol」靠嗎？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83664"/>
            <a:ext cx="1054303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BIB 偏 review / protocol；越往準則靠越貼合，但改寫幅度也越大。想聽老師覺得該走到哪個程度。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32888"/>
            <a:ext cx="11091672" cy="1051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32888"/>
            <a:ext cx="82296" cy="105156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out-of-genome 這次投稿就補，還是先投、後續補？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44952"/>
            <a:ext cx="1054303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這是最關鍵的實驗，但也最花時間 / 運算。要納入這次投稿範圍，還是當作第一輪 revision 再補？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4176"/>
            <a:ext cx="11091672" cy="1051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4176"/>
            <a:ext cx="82296" cy="1051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若運算有限，先投入哪一兩個實驗？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54303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我的排序是 out-of-genome &gt; 相同架構 pre-training 對照 &gt; multi-seed；想確認是否符合老師的期待。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55464"/>
            <a:ext cx="11091672" cy="10515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855464"/>
            <a:ext cx="82296" cy="10515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65192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目標期刊與投稿時程？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67528"/>
            <a:ext cx="10543032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是否仍以 Briefings in Bioinformatics 為主要目標？希望抓一個目標投稿時間，好回推實驗排程。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300"/>
                </a:solidFill>
                <a:latin typeface="Microsoft JhengHei"/>
              </a:rPr>
              <a:t>投稿前準備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Microsoft JhengHei"/>
              </a:rPr>
              <a:t>投稿前的行政待辦（我可以先弄草稿）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572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1672" cy="411480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09928"/>
            <a:ext cx="91440" cy="91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27632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資料 / 程式公開：建 Zenodo release + 固定 git commit + split manifest（BIB 要求 data availability 附 DOI）。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2300224"/>
            <a:ext cx="91440" cy="91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217928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作者資訊：第二作者、ORCID、CRediT 分工、通訊資訊、每位作者約 30 字簡介。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659380"/>
            <a:ext cx="91440" cy="91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77084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字數：目前約 7,500 字，BIB Problem-solving Protocol 上限 5,000；把細節（RC-TTA、balancing、routing、計算成本）移到 Supplementary。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249676"/>
            <a:ext cx="91440" cy="91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167380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cover letter：主動揭露本文改寫自碩論、並說明差異（BIB 規定）。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3608832"/>
            <a:ext cx="91440" cy="914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526536"/>
            <a:ext cx="10524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B0B0B"/>
                </a:solidFill>
                <a:latin typeface="Microsoft JhengHei"/>
              </a:rPr>
              <a:t>以上多數我可以先做出骨架 / 草稿，老師確認方向後我再補完。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0B0B"/>
                </a:solidFill>
                <a:latin typeface="Microsoft JhengHei"/>
              </a:rPr>
              <a:t>今天的目標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B0B0B"/>
                </a:solidFill>
                <a:latin typeface="Microsoft JhengHei"/>
              </a:rPr>
              <a:t>今天想跟老師確認的三件事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914400" cy="45720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82296" cy="1234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① 整體架構與定位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0824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這個 controlled-benchmark + tokenizer 主線的方向，老師覺得 OK 嗎？有沒有想調整的重點？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07791"/>
            <a:ext cx="11091672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07791"/>
            <a:ext cx="82296" cy="12344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② 要投入哪些額外實驗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419856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特別是 out-of-genome（P0）要不要這次就做；若要，是否在 Nano4 / 5 儲值運算額度。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06824"/>
            <a:ext cx="11091672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06824"/>
            <a:ext cx="82296" cy="1234440"/>
          </a:xfrm>
          <a:prstGeom prst="rect">
            <a:avLst/>
          </a:prstGeom>
          <a:solidFill>
            <a:srgbClr val="008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16552"/>
            <a:ext cx="10543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0B0B"/>
                </a:solidFill>
                <a:latin typeface="Microsoft JhengHei"/>
              </a:rPr>
              <a:t>③ 目標投稿時程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18888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2514E"/>
                </a:solidFill>
                <a:latin typeface="Microsoft JhengHei"/>
              </a:rPr>
              <a:t>抓一個目標時間，好回推實驗與改寫的排程。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98781"/>
                </a:solidFill>
                <a:latin typeface="Microsoft JhengHei"/>
              </a:rPr>
              <a:t>GFM Metagenomic Benchmark · BIB Problem-solving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