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3400" b="1">
                <a:solidFill>
                  <a:srgbClr val="0A2540"/>
                </a:solidFill>
              </a:rPr>
              <a:t>Weekly Progress · Updates Since 5/28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2000" b="0">
                <a:solidFill>
                  <a:srgbClr val="1E6091"/>
                </a:solidFill>
              </a:rPr>
              <a:t>Per-genus 13-mer Exp F · GitHub migration · Nano4 H200 (free) brought online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94760"/>
            <a:ext cx="3657600" cy="36576"/>
          </a:xfrm>
          <a:prstGeom prst="rect">
            <a:avLst/>
          </a:prstGeom>
          <a:solidFill>
            <a:srgbClr val="1E6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600" b="0">
                <a:solidFill>
                  <a:srgbClr val="5A6068"/>
                </a:solidFill>
              </a:rPr>
              <a:t>楊明儒 · 2026-06-02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13716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E6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50" b="0">
                <a:solidFill>
                  <a:srgbClr val="0A2540"/>
                </a:solidFill>
              </a:rPr>
              <a:t>Since 5/28 advisor meeting:</a:t>
            </a:r>
          </a:p>
          <a:p>
            <a:pPr algn="l"/>
            <a:r>
              <a:rPr sz="1250" b="0">
                <a:solidFill>
                  <a:srgbClr val="0A2540"/>
                </a:solidFill>
              </a:rPr>
              <a:t>  • Earlier this week: MT alignment fix · in-DB Table 4.30 · genus-level inversion · thesis 139 pp · TWCC budget exhausted</a:t>
            </a:r>
          </a:p>
          <a:p>
            <a:pPr algn="l"/>
            <a:r>
              <a:rPr sz="1250" b="0">
                <a:solidFill>
                  <a:srgbClr val="0A2540"/>
                </a:solidFill>
              </a:rPr>
              <a:t>  • This week (5/31–6/2): Per-genus 13-mer Exp F result · GitHub repo published · Nano4 H200 onboarding</a:t>
            </a:r>
          </a:p>
          <a:p>
            <a:pPr algn="l"/>
            <a:r>
              <a:rPr sz="1250" b="0">
                <a:solidFill>
                  <a:srgbClr val="0A254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0A2540"/>
                </a:solidFill>
              </a:rPr>
              <a:t>Today's deck: progress update, blocker status, decision tracker.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6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Progress Timeline · 5/28 → 6/2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2 / 10</a:t>
            </a:r>
          </a:p>
        </p:txBody>
      </p:sp>
      <p:pic>
        <p:nvPicPr>
          <p:cNvPr id="6" name="Picture 5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350886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114800"/>
            <a:ext cx="11247120" cy="2286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0A2540"/>
                </a:solidFill>
              </a:rPr>
              <a:t>Week 1 (5/28-30): MT aligned (5/6), in-DB Table 4.30, genus inversion finding, thesis 139pp · TWCC wallet exhausted</a:t>
            </a:r>
          </a:p>
          <a:p>
            <a:pPr algn="l"/>
            <a:r>
              <a:rPr sz="1300" b="0">
                <a:solidFill>
                  <a:srgbClr val="0A2540"/>
                </a:solidFill>
              </a:rPr>
              <a:t>Week 2 (5/31-6/2): GitHub repo (4 envs synced) · Per-genus 13-mer (55.93%, 3rd router data point) · Nano4 onboarded</a:t>
            </a:r>
          </a:p>
          <a:p>
            <a:pPr algn="l"/>
            <a:r>
              <a:rPr sz="1300" b="0">
                <a:solidFill>
                  <a:srgbClr val="0A254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0A2540"/>
                </a:solidFill>
              </a:rPr>
              <a:t>Current blocker: Nano4 sanity check fails on transformers version (NT-v2 ESM model uses removed API).</a:t>
            </a:r>
          </a:p>
          <a:p>
            <a:pPr algn="l"/>
            <a:r>
              <a:rPr sz="1300" b="0">
                <a:solidFill>
                  <a:srgbClr val="0A2540"/>
                </a:solidFill>
              </a:rPr>
              <a:t>Fix: pip install transformers==4.35.2 in Nano4 gfm env. ETA ~1 hr to unblock.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MT Predictions · Read-Order Alignment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3 / 10</a:t>
            </a:r>
          </a:p>
        </p:txBody>
      </p:sp>
      <p:pic>
        <p:nvPicPr>
          <p:cNvPr id="6" name="Picture 5" descr="mt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19927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572000"/>
            <a:ext cx="11247120" cy="12801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0A2540"/>
                </a:solidFill>
              </a:rPr>
              <a:t>Why old numbers were wrong  ·  Previous MT predictions came from MT's val_dir (multi-file FASTA, sorted by filename). The read order did NOT match TWCC's canonical reads_100K.fa. Re-ran on Taiwana-2 with reads in single-file order → labels now 1:1-aligned to NT-v2 / Kraken2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852160"/>
            <a:ext cx="11277295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All MT in-DB metrics now correctly computed on the canonical 100K test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New Finding · Species/Genus Performance Inversion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4 / 10</a:t>
            </a:r>
          </a:p>
        </p:txBody>
      </p:sp>
      <p:pic>
        <p:nvPicPr>
          <p:cNvPr id="6" name="Picture 5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795760" cy="41433045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852160"/>
            <a:ext cx="11277295" cy="64008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Same Kraken2 DB, same test set, same protocol — Kraken2 wins species; MT 13-mer wins genus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Why the Inversion · Commit-Rate × Task Cardinality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5 / 10</a:t>
            </a:r>
          </a:p>
        </p:txBody>
      </p:sp>
      <p:pic>
        <p:nvPicPr>
          <p:cNvPr id="6" name="Picture 5" descr="inversion_expla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44477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120640"/>
            <a:ext cx="11247120" cy="9144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50" b="0">
                <a:solidFill>
                  <a:srgbClr val="0A2540"/>
                </a:solidFill>
              </a:rPr>
              <a:t>Theoretical implication  ·  Kraken2's 30% abstention is a precision-vs-recall trade-off. At high task granularity (1,535 species), the precision wins. At low granularity (120 genera), the recall loss dominates. This adds nuance to the thesis's complementary positioning: they are not just "in-DB vs OOD" — they trade off across task cardinality.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6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Thesis Updates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5486400" cy="45720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600" b="1">
                <a:solidFill>
                  <a:srgbClr val="1E6091"/>
                </a:solidFill>
              </a:rPr>
              <a:t>What changed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475488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E6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0">
                <a:solidFill>
                  <a:srgbClr val="0A2540"/>
                </a:solidFill>
              </a:rPr>
              <a:t>• Table 4.29 MT rows updated to aligned values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— MT 13-mer flat: 49.7% → 53.7% / r 0.46 → 0.50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— MT 6-mer flat/hier: minor (9.0% / 6.4%)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— MT 13-mer hier: N/A (checkpoint corrupted)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• Hierarchical-masking paragraph: removed broken MT 13-mer hier reference;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revised to 2 routers (NT-Genus 66%, MT 6-mer 49%) + reference to read-level 3 points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• OOD framing fixed: was "neural retains OOD signal";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now "deployment coverage asymmetry" (the 219 species are in-distribution)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• Thesis page count: 137 → 139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914400"/>
            <a:ext cx="5486400" cy="45720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</a:rPr>
              <a:t>What was added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0">
                <a:solidFill>
                  <a:srgbClr val="0A2540"/>
                </a:solidFill>
              </a:rPr>
              <a:t>• New Table 4.30: Fair-restricted comparison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on in-DB 85,819 reads (species + genus panels)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• New paragraph: "Coverage-restricted fair comparison"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explains why restrict to 85,819 reads + interpretation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• New paragraph: "Sharp inversion between species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and genus levels" — describes the new finding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with commit-rate × cardinality mechanism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• New paragraph: "Kraken2 dependence on database</a:t>
            </a:r>
          </a:p>
          <a:p>
            <a:pPr algn="l"/>
            <a:r>
              <a:rPr sz="1100" b="0">
                <a:solidFill>
                  <a:srgbClr val="0A2540"/>
                </a:solidFill>
              </a:rPr>
              <a:t>    coverage" — corrected deployment vs OOD framing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Blocker · TWCC Budget Exhausted on 5/30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7 / 10</a:t>
            </a:r>
          </a:p>
        </p:txBody>
      </p:sp>
      <p:pic>
        <p:nvPicPr>
          <p:cNvPr id="6" name="Picture 5" descr="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45097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852160"/>
            <a:ext cx="11277295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Need decision: budget top-up, or accept partial DNABERT-2 + defer remaining tasks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6 Open Decisions · Status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8 / 10</a:t>
            </a:r>
          </a:p>
        </p:txBody>
      </p:sp>
      <p:pic>
        <p:nvPicPr>
          <p:cNvPr id="6" name="Picture 5" descr="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4285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Recommended Priorities · Next 2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</a:rPr>
              <a:t>Immediate (CPU / no GPU needed)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0A2540"/>
                </a:solidFill>
              </a:rPr>
              <a:t>• Realign Per-genus 13-mer (Exp F) on Taiwana-2 → integrate in-DB row of Table 4.30</a:t>
            </a:r>
          </a:p>
          <a:p>
            <a:pPr algn="l"/>
            <a:r>
              <a:rPr sz="1200" b="0">
                <a:solidFill>
                  <a:srgbClr val="0A2540"/>
                </a:solidFill>
              </a:rPr>
              <a:t>• Thesis figure regeneration with new aligned MT numbers (53.7%, 94.25%)</a:t>
            </a:r>
          </a:p>
          <a:p>
            <a:pPr algn="l"/>
            <a:r>
              <a:rPr sz="1200" b="0">
                <a:solidFill>
                  <a:srgbClr val="0A2540"/>
                </a:solidFill>
              </a:rPr>
              <a:t>• Thesis Section 4.13 proofreading + format consistency check</a:t>
            </a:r>
          </a:p>
          <a:p>
            <a:pPr algn="l"/>
            <a:r>
              <a:rPr sz="1200" b="0">
                <a:solidFill>
                  <a:srgbClr val="0A2540"/>
                </a:solidFill>
              </a:rPr>
              <a:t>• Optional: MT 13-mer hier retraining on Taiwana-2 (Q3)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600" b="1">
                <a:solidFill>
                  <a:srgbClr val="B8860B"/>
                </a:solidFill>
              </a:rPr>
              <a:t>After Nano4 sanity check unblocks (~45 GPU-hr on H200, FREE)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11247120" cy="1463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0A2540"/>
                </a:solidFill>
              </a:rPr>
              <a:t>• Sync DNABERT-2 50M last.pt → resume training (36 hr H200 from epoch 17)</a:t>
            </a:r>
          </a:p>
          <a:p>
            <a:pPr algn="l"/>
            <a:r>
              <a:rPr sz="1200" b="0">
                <a:solidFill>
                  <a:srgbClr val="0A2540"/>
                </a:solidFill>
              </a:rPr>
              <a:t>• Migrate MT model checkpoints from Taiwana-2 → Nano4</a:t>
            </a:r>
          </a:p>
          <a:p>
            <a:pPr algn="l"/>
            <a:r>
              <a:rPr sz="1200" b="0">
                <a:solidFill>
                  <a:srgbClr val="0A2540"/>
                </a:solidFill>
              </a:rPr>
              <a:t>• Run speed/memory unified benchmark on H200 (3 hr) — must-do, advisor ask</a:t>
            </a:r>
          </a:p>
          <a:p>
            <a:pPr algn="l"/>
            <a:r>
              <a:rPr sz="1200" b="0">
                <a:solidFill>
                  <a:srgbClr val="0A2540"/>
                </a:solidFill>
              </a:rPr>
              <a:t>• HMP mock community real-dataset inference (3 hr) — paper submission prep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</a:rPr>
              <a:t>Recommended NOT to do (advisor confirm if disagree)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577840"/>
            <a:ext cx="11247120" cy="100584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0A2540"/>
                </a:solidFill>
              </a:rPr>
              <a:t>• DNABERT-1 50M continue: ~300 GPU-hr / 13 days — 5M evidence + 11.7 hr/epoch cost argument suffices</a:t>
            </a:r>
          </a:p>
          <a:p>
            <a:pPr algn="l"/>
            <a:r>
              <a:rPr sz="1200" b="0">
                <a:solidFill>
                  <a:srgbClr val="0A2540"/>
                </a:solidFill>
              </a:rPr>
              <a:t>• 258M training: ~290 GPU-hr / 18 days — log-fit predicts +4.2 pp, does not cross tokenisation gap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2540"/>
                </a:solidFill>
              </a:rPr>
              <a:t>Asks for Today's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068"/>
                </a:solidFill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</a:rPr>
              <a:t>Three decisions I need from you today: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64008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3200400" cy="54864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</a:rPr>
              <a:t>Migration plan: Nano4 takes 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45920"/>
            <a:ext cx="7315200" cy="12801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50" b="0">
                <a:solidFill>
                  <a:srgbClr val="0A2540"/>
                </a:solidFill>
              </a:rPr>
              <a:t>Confirm Nano4 (H200, free 1-month) replaces TWCC as primary GPU. DNABERT-2 resumes on Nano4. TWCC dormant. Speed benchmark on H200. OK?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00400"/>
            <a:ext cx="640080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246120"/>
            <a:ext cx="3200400" cy="54864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</a:rPr>
              <a:t>DNABERT-1 50M — final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200400"/>
            <a:ext cx="7315200" cy="12801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50" b="0">
                <a:solidFill>
                  <a:srgbClr val="0A2540"/>
                </a:solidFill>
              </a:rPr>
              <a:t>Cancel. Use 5M acc (61.78%) + 11.7 hr/epoch cost vs NT-v2's 2.8 hr as deployment-limitation evidence in thesis. Agreed?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754880"/>
            <a:ext cx="640080" cy="64008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3200400" cy="548640"/>
          </a:xfrm>
          <a:prstGeom prst="rect">
            <a:avLst/>
          </a:prstGeom>
          <a:noFill/>
        </p:spPr>
        <p:txBody>
          <a:bodyPr wrap="square" lIns="137160" rIns="137160" tIns="73152" bIns="73152">
            <a:spAutoFit/>
          </a:bodyPr>
          <a:lstStyle/>
          <a:p>
            <a:pPr algn="l"/>
            <a:r>
              <a:rPr sz="1400" b="1">
                <a:solidFill>
                  <a:srgbClr val="B8860B"/>
                </a:solidFill>
              </a:rPr>
              <a:t>Per-genus 13-mer Exp F integration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4754880"/>
            <a:ext cx="7315200" cy="12801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50" b="0">
                <a:solidFill>
                  <a:srgbClr val="0A2540"/>
                </a:solidFill>
              </a:rPr>
              <a:t>Once Taiwana-2 sends realigned predictions, add 4th row to Table 4.30 showing 55.93% (3rd router-quality data point validating monotonic theorem). OK?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