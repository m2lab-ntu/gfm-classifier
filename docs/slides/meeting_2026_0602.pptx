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</a:rPr>
              <a:t>Weekly Progress · Updates Since 5/28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2000" b="0">
                <a:solidFill>
                  <a:srgbClr val="1E6091"/>
                </a:solidFill>
              </a:rPr>
              <a:t>Per-genus 13-mer Exp F · GitHub migration · Nano4 H200 (free) brought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3657600" cy="36576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0">
                <a:solidFill>
                  <a:srgbClr val="5A6068"/>
                </a:solidFill>
              </a:rPr>
              <a:t>楊明儒 · 2026-06-02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097280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50" b="0">
                <a:solidFill>
                  <a:srgbClr val="0A2540"/>
                </a:solidFill>
              </a:rPr>
              <a:t>Since 5/28 advisor meeting:</a:t>
            </a:r>
          </a:p>
          <a:p>
            <a:pPr algn="l"/>
            <a:r>
              <a:rPr sz="1250" b="0">
                <a:solidFill>
                  <a:srgbClr val="0A2540"/>
                </a:solidFill>
              </a:rPr>
              <a:t>  • Earlier this week: MT alignment fix · in-DB Table 4.30 · genus-level inversion · thesis 139 pp · TWCC budget exhausted</a:t>
            </a:r>
          </a:p>
          <a:p>
            <a:pPr algn="l"/>
            <a:r>
              <a:rPr sz="1250" b="0">
                <a:solidFill>
                  <a:srgbClr val="0A2540"/>
                </a:solidFill>
              </a:rPr>
              <a:t>  • This week (5/31–6/2): Per-genus 13-mer Exp F result · GitHub repo published · Nano4 H200 onboarding</a:t>
            </a:r>
          </a:p>
          <a:p>
            <a:pPr algn="l"/>
            <a:r>
              <a:rPr sz="125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0A2540"/>
                </a:solidFill>
              </a:rPr>
              <a:t>Today's deck: progress update, blocker status, decision tracker.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Progress Timeline · 5/28 → 6/2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2 / 10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35088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0A2540"/>
                </a:solidFill>
              </a:rPr>
              <a:t>Week 1 (5/28-30): MT aligned (5/6), in-DB Table 4.30, genus inversion finding, thesis 139pp · TWCC wallet exhausted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Week 2 (5/31-6/2): GitHub repo (4 envs synced) · Per-genus 13-mer (55.93%, 3rd router data point) · Nano4 onboarded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Current blocker: Nano4 sanity check fails on transformers version (NT-v2 ESM model uses removed API).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Fix: pip install transformers==4.35.2 in Nano4 gfm env. ETA ~1 hr to unblock.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MT Predictions · Read-Order Alignment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3 / 10</a:t>
            </a:r>
          </a:p>
        </p:txBody>
      </p:sp>
      <p:pic>
        <p:nvPicPr>
          <p:cNvPr id="6" name="Picture 5" descr="mt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1992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572000"/>
            <a:ext cx="1124712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Why old numbers were wrong  ·  Previous MT predictions came from MT's val_dir (multi-file FASTA, sorted by filename). The read order did NOT match TWCC's canonical reads_100K.fa. Re-ran on Taiwana-2 with reads in single-file order → labels now 1:1-aligned to NT-v2 / Kraken2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All MT in-DB metrics now correctly computed on the canonical 100K test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New Finding · Species/Genus Performance 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4 / 10</a:t>
            </a:r>
          </a:p>
        </p:txBody>
      </p:sp>
      <p:pic>
        <p:nvPicPr>
          <p:cNvPr id="6" name="Picture 5" descr="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4143304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Same Kraken2 DB, same test set, same protocol — Kraken2 wins species; MT 13-mer wins genus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Why the Inversion · Commit-Rate × Task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5 / 10</a:t>
            </a:r>
          </a:p>
        </p:txBody>
      </p:sp>
      <p:pic>
        <p:nvPicPr>
          <p:cNvPr id="6" name="Picture 5" descr="inversion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4477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Theoretical implication  ·  Kraken2's 30% abstention is a precision-vs-recall trade-off. At high task granularity (1,535 species), the precision wins. At low granularity (120 genera), the recall loss dominates. This adds nuance to the thesis's complementary positioning: they are not just "in-DB vs OOD" — they trade off across task cardinality.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Thesis Updates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1E6091"/>
                </a:solidFill>
              </a:rPr>
              <a:t>What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0">
                <a:solidFill>
                  <a:srgbClr val="0A2540"/>
                </a:solidFill>
              </a:rPr>
              <a:t>• Table 4.29 MT rows updated to aligned values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13-mer flat: 49.7% → 53.7% / r 0.46 → 0.50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6-mer flat/hier: minor (9.0% / 6.4%)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13-mer hier: N/A (checkpoint corrupted)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Hierarchical-masking paragraph: removed broken MT 13-mer hier reference;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revised to 2 routers (NT-Genus 66%, MT 6-mer 49%) + reference to read-level 3 points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OOD framing fixed: was "neural retains OOD signal";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now "deployment coverage asymmetry" (the 219 species are in-distribution)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Thesis page count: 137 → 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</a:rPr>
              <a:t>What was added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0">
                <a:solidFill>
                  <a:srgbClr val="0A2540"/>
                </a:solidFill>
              </a:rPr>
              <a:t>• New Table 4.30: Fair-restricted comparison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on in-DB 85,819 reads (species + genus panels)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"Coverage-restricted fair comparison"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explains why restrict to 85,819 reads + interpretation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"Sharp inversion between species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and genus levels" — describes the new finding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with commit-rate × cardinality mechanism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"Kraken2 dependence on database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coverage" — corrected deployment vs OOD framing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Blocker · TWCC Budget Exhausted on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7 / 10</a:t>
            </a:r>
          </a:p>
        </p:txBody>
      </p:sp>
      <p:pic>
        <p:nvPicPr>
          <p:cNvPr id="6" name="Picture 5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016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Need decision: budget top-up, or accept partial DNABERT-2 + defer remaining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6 Open Decisions · Status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8 / 10</a:t>
            </a:r>
          </a:p>
        </p:txBody>
      </p:sp>
      <p:pic>
        <p:nvPicPr>
          <p:cNvPr id="6" name="Picture 5" descr="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4259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Recommended Priorities · Next 2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</a:rPr>
              <a:t>Now (Taiwana-2 / CPU — no Nano4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• Realign Per-genus 13-mer (Exp F) on Taiwana-2 → integrate Table 4.30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Thesis figure regeneration with aligned MT numbers (53.7%, 94.25%)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Section 4.13 proofreading + format check  ·  optional MT 13-mer hier retrain (Q3)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1E6091"/>
                </a:solidFill>
              </a:rPr>
              <a:t>Fits Nano4 dev partition (1-hr jobs, single-GPU)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• Sanity check NT-Species inference (BLOCKED — fix transformers==4.35.2 first)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DNABERT-2 50M resume — 36 dev resubmits w/ auto-resume from last.pt (~3-4 days)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Speed/memory unified benchmark on H200 (~30 min wall clock)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• HMP mock community real-dataset inference (~30 min) — paper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500" b="1">
                <a:solidFill>
                  <a:srgbClr val="B8860B"/>
                </a:solidFill>
              </a:rPr>
              <a:t>Requires DDP port (1-2 days eng) for Nano4 normal partition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• 258M training (genus +species) — DDP code rewrite, then ~few hr on 64 H200.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  Value: log-fit predicts +4.2 pp, does NOT cross tokenisation gap (MT 13-mer 87.4%)</a:t>
            </a:r>
          </a:p>
          <a:p>
            <a:pPr algn="l"/>
            <a:r>
              <a:rPr sz="1150" b="0">
                <a:solidFill>
                  <a:srgbClr val="0A2540"/>
                </a:solidFill>
              </a:rPr>
              <a:t>  → Cost-benefit: 1-2 days engineering for marginal acc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63640"/>
            <a:ext cx="11247120" cy="36576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050" b="0">
                <a:solidFill>
                  <a:srgbClr val="C62828"/>
                </a:solidFill>
              </a:rPr>
              <a:t>Not doing — DNABERT-1 50M (300 GPU-hr / 5× slower than DNABERT-2 — single dev partition impractical, ~10 weeks)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Asks for Today's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</a:rPr>
              <a:t>Three decisions I need from you today: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64008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Use Nano4 dev partition for our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Nano4 normal needs 64 GPU min (DDP-only). Plan: all our inference + DNABERT-2 resume go on dev (1-hr jobs, auto-resume). Speed benchmark / HMP / Per-genus realign all fit. OK?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640080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</a:rPr>
              <a:t>258M training — DDP port worth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0040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Nano4 normal makes 258M technically viable: 1-2 days DDP port + few hours on 64 H200. Predicted gain: +4.2 pp (log-fit), does NOT cross tokenisation gap. Pursue or skip?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640080" cy="6400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</a:rPr>
              <a:t>Per-genus 13-mer Exp F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75488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Once Taiwana-2 sends realigned predictions, add 4th row to Table 4.30 showing 55.93% (3rd router-quality data point validating monotonic theorem). OK?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