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Weekly Progress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</a:rPr>
              <a:t>Scaling NT-v2 Genus 50M → 258M · debugging a 22 pp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EFB"/>
                </a:solidFill>
              </a:rPr>
              <a:t>June 19,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8860B"/>
                </a:solidFill>
              </a:rPr>
              <a:t>5× data → −22 pp  ·  root cause = reads truncated 150→60 bp  ·  baseline was leaky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909C"/>
                </a:solidFill>
              </a:rPr>
              <a:t>YMJ · M2 Lab · NTU CSIE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Progress Timeline · 6/9 → 6/19</a:t>
            </a:r>
          </a:p>
        </p:txBody>
      </p:sp>
      <p:pic>
        <p:nvPicPr>
          <p:cNvPr id="3" name="Picture 2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6177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2540"/>
                </a:solidFill>
              </a:rPr>
              <a:t>  6/11   Fired v10 — 258M, warm-start from v9, class_weights=TRUE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95604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2540"/>
                </a:solidFill>
              </a:rPr>
              <a:t>  6/13   v10 collapsed: 100K test 40.1% (vs v9 66.6%)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294376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2540"/>
                </a:solidFill>
              </a:rPr>
              <a:t>  6/14   First guess: class_weights → fired v12 (warm) + v13 (scratch), both weights=false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632704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2540"/>
                </a:solidFill>
              </a:rPr>
              <a:t>  6/15–18   Both plateau ~44.5% (init/weights irrelevant) → audit found 258M reads truncated 150→60 bp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The Scaling Paradox</a:t>
            </a:r>
          </a:p>
          <a:p>
            <a:pPr algn="l"/>
            <a:r>
              <a:rPr sz="1400">
                <a:solidFill>
                  <a:srgbClr val="90CAF9"/>
                </a:solidFill>
              </a:rPr>
              <a:t>We expected more data to help. It hurt.</a:t>
            </a:r>
          </a:p>
        </p:txBody>
      </p:sp>
      <p:pic>
        <p:nvPicPr>
          <p:cNvPr id="3" name="Picture 2" descr="parad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v10 Collapse → Real Root Cause</a:t>
            </a:r>
          </a:p>
          <a:p>
            <a:pPr algn="l"/>
            <a:r>
              <a:rPr sz="1400">
                <a:solidFill>
                  <a:srgbClr val="90CAF9"/>
                </a:solidFill>
              </a:rPr>
              <a:t>Not imbalance: the 258M reads were truncated 150→60 bp by the loader</a:t>
            </a:r>
          </a:p>
        </p:txBody>
      </p:sp>
      <p:pic>
        <p:nvPicPr>
          <p:cNvPr id="3" name="Picture 2" descr="v10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Four Experiments, One Conclusion</a:t>
            </a:r>
          </a:p>
        </p:txBody>
      </p:sp>
      <p:pic>
        <p:nvPicPr>
          <p:cNvPr id="3" name="Picture 2" descr="experimen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Finding: a Read-Truncation Bug</a:t>
            </a:r>
          </a:p>
          <a:p>
            <a:pPr algn="l"/>
            <a:r>
              <a:rPr sz="1400">
                <a:solidFill>
                  <a:srgbClr val="90CAF9"/>
                </a:solidFill>
              </a:rPr>
              <a:t>The 22 pp gap is a data-pipeline defect, not volume or balance</a:t>
            </a:r>
          </a:p>
        </p:txBody>
      </p:sp>
      <p:pic>
        <p:nvPicPr>
          <p:cNvPr id="3" name="Picture 2" descr="key_f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Infrastructure Lessons (64-GPU DDP)</a:t>
            </a:r>
          </a:p>
        </p:txBody>
      </p:sp>
      <p:pic>
        <p:nvPicPr>
          <p:cNvPr id="3" name="Picture 2" descr="inf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Next Steps · Fix the Reader, then Re-test</a:t>
            </a:r>
          </a:p>
          <a:p>
            <a:pPr algn="l"/>
            <a:r>
              <a:rPr sz="1400">
                <a:solidFill>
                  <a:srgbClr val="90CAF9"/>
                </a:solidFill>
              </a:rPr>
              <a:t>Patch _read_seq + clean test set before any volume/balance claim</a:t>
            </a:r>
          </a:p>
        </p:txBody>
      </p:sp>
      <p:pic>
        <p:nvPicPr>
          <p:cNvPr id="3" name="Picture 2" descr="next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