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Weekly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</a:rPr>
              <a:t>Scaling NT-v2 Genus 50M → 258M · the data-balance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</a:rPr>
              <a:t>June 19,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8860B"/>
                </a:solidFill>
              </a:rPr>
              <a:t>5× data → −22 pp  ·  root cause diagnosed  ·  250M balanced subset (v14) firing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YMJ · M2 Lab · NTU CSIE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Progress Timeline · 6/9 → 6/19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17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6/11   Fired v10 — 258M, warm-start from v9, class_weights=TRUE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95604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6/13   v10 collapsed: 100K test 40.1% (vs v9 66.6%)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294376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6/14   Diagnosed class_weights × 400:1 imbalance → fired v12 (warm) + v13 (scratch), weights=false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632704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6/15–18   Both plateau ~44.5% → launched 250M *balanced* subsample for v14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Scaling Paradox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We expected more data to help. It hurt.</a:t>
            </a:r>
          </a:p>
        </p:txBody>
      </p:sp>
      <p:pic>
        <p:nvPicPr>
          <p:cNvPr id="3" name="Picture 2" descr="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v10 Collapse → Root Cause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class_weights=TRUE on a 400:1 imbalance distorted the loss</a:t>
            </a:r>
          </a:p>
        </p:txBody>
      </p:sp>
      <p:pic>
        <p:nvPicPr>
          <p:cNvPr id="3" name="Picture 2" descr="v10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Four Experiments, One Conclusion</a:t>
            </a:r>
          </a:p>
        </p:txBody>
      </p:sp>
      <p:pic>
        <p:nvPicPr>
          <p:cNvPr id="3" name="Picture 2" descr="experiment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Finding: Balance &gt; Volume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The ceiling is set by class balance, not by #reads</a:t>
            </a:r>
          </a:p>
        </p:txBody>
      </p:sp>
      <p:pic>
        <p:nvPicPr>
          <p:cNvPr id="3" name="Picture 2" descr="key_f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Infrastructure Lessons (64-GPU DDP)</a:t>
            </a:r>
          </a:p>
        </p:txBody>
      </p:sp>
      <p:pic>
        <p:nvPicPr>
          <p:cNvPr id="3" name="Picture 2" descr="inf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 · v14 = 250M Balanced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Recreate v9's balanced recipe at 5× scale</a:t>
            </a:r>
          </a:p>
        </p:txBody>
      </p:sp>
      <p:pic>
        <p:nvPicPr>
          <p:cNvPr id="3" name="Picture 2" descr="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