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Weekly Progress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0CAF9"/>
                </a:solidFill>
              </a:rPr>
              <a:t>Token-Level Metagenomic Classification · NT-v2 + LoRA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BDEFB"/>
                </a:solidFill>
              </a:rPr>
              <a:t>June 9,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8860B"/>
                </a:solidFill>
              </a:rPr>
              <a:t>Nano4 H200 onboarded  ·  DNABERT-2 50M resume ready  ·  MT benchmark 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909C"/>
                </a:solidFill>
              </a:rPr>
              <a:t>YMJ · M2 Lab · NTU CSIE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Progress Timeline · 6/2 → 6/9</a:t>
            </a:r>
          </a:p>
        </p:txBody>
      </p:sp>
      <p:pic>
        <p:nvPicPr>
          <p:cNvPr id="3" name="Picture 2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1179576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6634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2540"/>
                </a:solidFill>
              </a:rPr>
              <a:t>  6/2  Advisor meeting (deck 0602) — 3 open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0176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2540"/>
                </a:solidFill>
              </a:rPr>
              <a:t>  6/3  Nano4 sanity check PASSED — NT-Sp 17.83% matches TWCC exactly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340096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2540"/>
                </a:solidFill>
              </a:rPr>
              <a:t>  6/3–7  6 engineering commits: peft compat, vocab fix, data_loader, benchmark 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678424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2540"/>
                </a:solidFill>
              </a:rPr>
              <a:t>  6/9  TODAY — scripts ready, waiting to fire P0 jobs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Nano4 H200 — Migration Complete</a:t>
            </a:r>
          </a:p>
          <a:p>
            <a:pPr algn="l"/>
            <a:r>
              <a:rPr sz="1400">
                <a:solidFill>
                  <a:srgbClr val="90CAF9"/>
                </a:solidFill>
              </a:rPr>
              <a:t>Free 1-month trial · dev 1hr · normal 12hr (min 64 GPU)</a:t>
            </a:r>
          </a:p>
        </p:txBody>
      </p:sp>
      <p:pic>
        <p:nvPicPr>
          <p:cNvPr id="3" name="Picture 2" descr="nano4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117957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P0-A: DNABERT-2 50M Resume</a:t>
            </a:r>
          </a:p>
          <a:p>
            <a:pPr algn="l"/>
            <a:r>
              <a:rPr sz="1400">
                <a:solidFill>
                  <a:srgbClr val="90CAF9"/>
                </a:solidFill>
              </a:rPr>
              <a:t>Epoch 17/30 · val_acc 59.22% · ~7 dev-job resubmits to complete</a:t>
            </a:r>
          </a:p>
        </p:txBody>
      </p:sp>
      <p:pic>
        <p:nvPicPr>
          <p:cNvPr id="3" name="Picture 2" descr="dnabert2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117957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P0-B: MT Speed / Memory Benchmark</a:t>
            </a:r>
          </a:p>
          <a:p>
            <a:pPr algn="l"/>
            <a:r>
              <a:rPr sz="1400">
                <a:solidFill>
                  <a:srgbClr val="90CAF9"/>
                </a:solidFill>
              </a:rPr>
              <a:t>6 models · H200 · 100K reads · throughput + peak GPU</a:t>
            </a:r>
          </a:p>
        </p:txBody>
      </p:sp>
      <p:pic>
        <p:nvPicPr>
          <p:cNvPr id="3" name="Picture 2" descr="mt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117957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Engineering Highlights (6 commits this week)</a:t>
            </a:r>
          </a:p>
        </p:txBody>
      </p:sp>
      <p:pic>
        <p:nvPicPr>
          <p:cNvPr id="3" name="Picture 2" descr="engine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117957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Decision Board · 6/9</a:t>
            </a:r>
          </a:p>
        </p:txBody>
      </p:sp>
      <p:pic>
        <p:nvPicPr>
          <p:cNvPr id="3" name="Picture 2" descr="deci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117957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Next Steps · 6/9 → 6/15 (defense)</a:t>
            </a:r>
          </a:p>
        </p:txBody>
      </p:sp>
      <p:pic>
        <p:nvPicPr>
          <p:cNvPr id="3" name="Picture 2" descr="next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1179576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