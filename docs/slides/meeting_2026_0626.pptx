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Weekly Progress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Bug fixed → data saturates at 50M · the ceiling is tokenization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EFB"/>
                </a:solidFill>
              </a:rPr>
              <a:t>June 26,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8860B"/>
                </a:solidFill>
              </a:rPr>
              <a:t>50M → 250M = +0.22 pp  ·  66% is NOT leakage (distribution)  ·  MT 13-mer 87% &gt; NT-v2 67%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09C"/>
                </a:solidFill>
              </a:rPr>
              <a:t>YMJ · M2 Lab · NTU CSIE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Progress Timeline · 6/19 → 6/26</a:t>
            </a:r>
          </a:p>
        </p:txBody>
      </p:sp>
      <p:pic>
        <p:nvPicPr>
          <p:cNvPr id="3" name="Picture 2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394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6/21   v14/v15 converged on correct data — 64.8% / 67.3% (RC-TTA)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7332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6/22   Built clean common val: 99,742 reads, zero seq_id overlap with 50M AND 250M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071616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6/23   Fixed RC-TTA (true sequence-level RC); stopped stuck DNABERT-2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9944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A2540"/>
                </a:solidFill>
              </a:rPr>
              <a:t>  6/23–26   Retracted the leakage claim (it's distribution); updated thesis with the saturation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Fix Confirmed — Clean Numbers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Train-disjoint test, RC-TTA: v9 67.1% · v15 67.3% · v14 64.8% (vs last week's 44.5% collapse)</a:t>
            </a:r>
          </a:p>
        </p:txBody>
      </p:sp>
      <p:pic>
        <p:nvPicPr>
          <p:cNvPr id="3" name="Picture 2" descr="clea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Correction: 66% is NOT Leakage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Retracting last week's claim — the 66-vs-42 gap is a test-distribution artifact, not data leakage</a:t>
            </a:r>
          </a:p>
        </p:txBody>
      </p:sp>
      <p:pic>
        <p:nvPicPr>
          <p:cNvPr id="3" name="Picture 2" descr="leakage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The Real Finding: Data Saturates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5× more balanced data (50M → 250M) moves accuracy only +0.22 pp — refutes the log-linear projection</a:t>
            </a:r>
          </a:p>
        </p:txBody>
      </p:sp>
      <p:pic>
        <p:nvPicPr>
          <p:cNvPr id="3" name="Picture 2" descr="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Why It Saturates → Tokenization is the Ceiling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1 genome/species → 50M is enough · MT overlap 13-mer 87% vs NT-v2 6-mer 67% (+20 pp)</a:t>
            </a:r>
          </a:p>
        </p:txBody>
      </p:sp>
      <p:pic>
        <p:nvPicPr>
          <p:cNvPr id="3" name="Picture 2" descr="token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RC-TTA Done Right</a:t>
            </a:r>
          </a:p>
          <a:p>
            <a:pPr algn="l"/>
            <a:r>
              <a:rPr sz="1400">
                <a:solidFill>
                  <a:srgbClr val="90CAF9"/>
                </a:solidFill>
              </a:rPr>
              <a:t>Sequence-level reverse complement (was token-flip) — consistent +~0.7 pp, zero training cost</a:t>
            </a:r>
          </a:p>
        </p:txBody>
      </p:sp>
      <p:pic>
        <p:nvPicPr>
          <p:cNvPr id="3" name="Picture 2" descr="rct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Thesis Updated</a:t>
            </a:r>
          </a:p>
        </p:txBody>
      </p:sp>
      <p:pic>
        <p:nvPicPr>
          <p:cNvPr id="3" name="Picture 2" descr="thesis_up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Next Steps</a:t>
            </a:r>
          </a:p>
        </p:txBody>
      </p:sp>
      <p:pic>
        <p:nvPicPr>
          <p:cNvPr id="3" name="Picture 2" descr="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