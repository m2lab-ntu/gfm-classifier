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64008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8D6"/>
                </a:solidFill>
                <a:latin typeface="Microsoft JhengHei"/>
              </a:rPr>
              <a:t>BRIEFINGS IN BIOINFORMATICS · PROBLEM-SOLVING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icrosoft JhengHei"/>
              </a:rPr>
              <a:t>論文完整內容與架構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D2E0"/>
                </a:solidFill>
                <a:latin typeface="Microsoft JhengHei"/>
              </a:rPr>
              <a:t>How should genomic foundation models be evaluated for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D2E0"/>
                </a:solidFill>
                <a:latin typeface="Microsoft JhengHei"/>
              </a:rPr>
              <a:t>metagenomic taxonomic classification?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EB8C4"/>
                </a:solidFill>
                <a:latin typeface="Microsoft JhengHei"/>
              </a:rPr>
              <a:t>A controlled benchmark of pre-training, tokenization, and data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34840"/>
            <a:ext cx="10332720" cy="777240"/>
          </a:xfrm>
          <a:prstGeom prst="roundRect">
            <a:avLst/>
          </a:prstGeom>
          <a:solidFill>
            <a:srgbClr val="132A40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</a:rPr>
              <a:t>150bp 短讀分類的效能上限由 tokenization 決定，不是 backbone pre-training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B8C4"/>
                </a:solidFill>
                <a:latin typeface="Microsoft JhengHei"/>
              </a:rPr>
              <a:t>楊明儒 · 台大生醫電資所 · 2026-07-14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B8C4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EB8C4"/>
                </a:solidFill>
                <a:latin typeface="Microsoft JhengHe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78D6"/>
                </a:solidFill>
                <a:latin typeface="Microsoft JhengHei"/>
              </a:rPr>
              <a:t>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論文摘要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Microsoft JhengHei"/>
              </a:rPr>
              <a:t>Background → Methods → Results →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摘要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研究背景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Genomic foundation models 在許多基因體任務上表現亮眼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19659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114296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但對 150bp 短讀、訊號稀疏的 metagenomic taxonomic classification 效果不明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096768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014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不清楚是 pre-training、tokenization 還是資料規模在決定表現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72059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638296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這是本文要系統性拆解的核心問題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3AA7"/>
                </a:solidFill>
                <a:latin typeface="Microsoft JhengHei"/>
              </a:rPr>
              <a:t>摘要 ·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研究方法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Microsoft JhengHei"/>
              </a:rPr>
              <a:t>以人類腸道基因體目錄模擬 reads，涵蓋 120 屬、1,535 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180336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9804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Microsoft JhengHei"/>
              </a:rPr>
              <a:t>逐一改變四個因子：資料規模（500K–250M）、pre-training（498M pretrained vs random-init）、tokenization（6/12/13-mer）、評估層級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308096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2580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Microsoft JhengHei"/>
              </a:rPr>
              <a:t>評估三層級：read-level 準確度、sample-level 豐度、binary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175760"/>
            <a:ext cx="91440" cy="914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9346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0B0B"/>
                </a:solidFill>
                <a:latin typeface="Microsoft JhengHei"/>
              </a:rPr>
              <a:t>對照 alignment-free 分類器 Kraken2（含 Bracken 修正）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摘要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核心結果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Overlapping 13-mer 決定效能上限：從零訓練達 87.4%，遠勝 pretrained 6-mer 的 67.1%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424176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4188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6-mer 於 50M reads 後幾乎飽和（+0.22pp），13-mer 持續提升到 98.7%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275584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9328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固定 tokenization 時，pre-training 貢獻 +13.2pp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875024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79272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豐度估計：67% 準確度模型達 r=0.99；Kraken2 raw r=0.82，Bracken 修正後 r=0.997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726432"/>
            <a:ext cx="9144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644136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真實 mock community：所有方法崩落到 r≈0.4–0.6，沒有明顯贏家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五個關鍵發現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82296" cy="8961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① 資料規模效益取決於 tokenizer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50M→250M 對 6-mer 幾乎無增益(+0.22pp)，對 13-mer 卻有 +11pp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76272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82296" cy="89611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② Tokenization、不是 pre-training，決定上限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1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13-mer 從零訓練(87.4%)打敗 498M 參數 pretrained 6-mer(67.1%)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63824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63824"/>
            <a:ext cx="82296" cy="89611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③ Pre-training 仍是獨立且重要的因子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66744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固定 tokenization 時仍貢獻 +13.2pp — 兩個因子彼此獨立、都重要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51376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51376"/>
            <a:ext cx="82296" cy="89611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④ Read-level 與 sample-level 效用會分歧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54296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67% 準確度模型模擬 r=0.99，但排名無法轉移到真實 mock community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38928"/>
            <a:ext cx="11064240" cy="89611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138928"/>
            <a:ext cx="82296" cy="89611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03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⑤ 給出實務建議與未來方向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41848"/>
            <a:ext cx="105156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主張未來 microbial foundation model 應以 overlapping long-k tokenization 預訓練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AA7"/>
                </a:solidFill>
                <a:latin typeface="Microsoft JhengHei"/>
              </a:rPr>
              <a:t>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逐章導覽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Microsoft JhengHei"/>
              </a:rPr>
              <a:t>§1 破題 → §8 誠實揭露限制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Microsoft JhengHei"/>
              </a:rPr>
              <a:t>全文架構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9 個章節如何串起一個論證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08 / 19</a:t>
            </a:r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34440"/>
            <a:ext cx="118872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§1–2 · 破題與挑戰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為什麼 GFM 對短讀分類是逆風局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09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Alignment-free 工具（Kraken2/Centrifuge）在 in-database 又快又準，但遇到新物種就失效；GFM 在其他基因體任務上很強 — 能不能用在這裡？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341880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Microsoft JhengHei"/>
              </a:rPr>
              <a:t>① 短 reads 讓長距離建模優勢（GFM 的強項）沒有用武之地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908808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Microsoft JhengHei"/>
              </a:rPr>
              <a:t>② Tokenization 決定訊號存留：NT-v2 用 non-overlapping 6-mer（motif 常被切斷）vs Kraken2 用 overlapping 長 k-mer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695192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2514E"/>
                </a:solidFill>
                <a:latin typeface="Microsoft JhengHei"/>
              </a:rPr>
              <a:t>③ 120–1,535 類、長尾分布的標籤空間 — 選什麼 metric 會改變「誰是贏家」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3AA7"/>
                </a:solidFill>
                <a:latin typeface="Microsoft JhengHei"/>
              </a:rPr>
              <a:t>§3 · BENCHMARK 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設計與評估協定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10 / 19</a:t>
            </a:r>
          </a:p>
        </p:txBody>
      </p:sp>
      <p:pic>
        <p:nvPicPr>
          <p:cNvPr id="8" name="Picture 7" descr="desig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Microsoft JhengHei"/>
              </a:rPr>
              <a:t>關鍵細節：258.67M reads 來源池只有 42.64M 唯一序列（6.07× 冗餘）；三個測試池：自然分布 / 較難 leftover / Kraken2 coverage-matched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§4 · 資料規模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資料規模與飽和效應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11 / 19</a:t>
            </a:r>
          </a:p>
        </p:txBody>
      </p:sp>
      <p:pic>
        <p:nvPicPr>
          <p:cNvPr id="8" name="Picture 7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Microsoft JhengHei"/>
              </a:rPr>
              <a:t>額外證據：6-mer 模型連自己的訓練集都 fit 不到 66% 以上（train≈val）— 代表性瓶頸，不是優化問題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4948"/>
                </a:solidFill>
                <a:latin typeface="Microsoft JhengHei"/>
              </a:rPr>
              <a:t>§5 · 因果拆解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Pre-training vs Tokenization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12 / 19</a:t>
            </a:r>
          </a:p>
        </p:txBody>
      </p:sp>
      <p:pic>
        <p:nvPicPr>
          <p:cNvPr id="8" name="Picture 7" descr="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2514E"/>
                </a:solidFill>
                <a:latin typeface="Microsoft JhengHei"/>
              </a:rPr>
              <a:t>檢驗鏈：exact-match lookup 僅 0.72% → 神經網路加值 +13pp 於 naive Bayes 之上 → 結論：學到的是組成表徵，不是記憶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§6A · SAMPLE-LEVEL 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與 Kraken2 的權衡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13 / 19</a:t>
            </a:r>
          </a:p>
        </p:txBody>
      </p:sp>
      <p:pic>
        <p:nvPicPr>
          <p:cNvPr id="8" name="Picture 7" descr="kra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AF7A"/>
                </a:solidFill>
                <a:latin typeface="Microsoft JhengHei"/>
              </a:rPr>
              <a:t>§6B · 真實試煉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ZymoBIOMICS Mock Community (D6331)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14 / 19</a:t>
            </a:r>
          </a:p>
        </p:txBody>
      </p:sp>
      <p:pic>
        <p:nvPicPr>
          <p:cNvPr id="8" name="Picture 7" descr="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8720"/>
            <a:ext cx="1188720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A3AA7"/>
                </a:solidFill>
                <a:latin typeface="Microsoft JhengHei"/>
              </a:rPr>
              <a:t>§6 收尾訊息：neural 模型在 in-database 豐度估計上並不比配置完整的 Kraken2+Bracken 更強；真正的價值在 read-level 準確度與 out-of-database 穩健性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00"/>
                </a:solidFill>
                <a:latin typeface="Microsoft Jheng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建議、限制與總結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B8C4"/>
                </a:solidFill>
                <a:latin typeface="Microsoft JhengHei"/>
              </a:rPr>
              <a:t>§7–§8 + Supplementary + 總結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Microsoft JhengHei"/>
              </a:rPr>
              <a:t>§7 · 實務建議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協定、決策指南與建模者建議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Microsoft JhengHei"/>
              </a:rPr>
              <a:t>Box 1：8 步驟可重用評估協定（每步都附上 rationale/pitfall）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073656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先固定 read 長度 → read+genome 雙重切分 → 算唯一 reads → 一次只改一軸 → 三層級分開評估 → 同時用 raw 與修正後 baseline → 統一 RC-TTA 協定 → 用真實數據驗證並公開一切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113024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3072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Box 2 決策指南：低豐度偵測用 Kraken2；closed-set 讀分類選長 k 模型；只有 6-mer GFM 別指望資料量救得了；真實群落豐度目前沒有穩定贏家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931920"/>
            <a:ext cx="91440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4962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給建模者的建議：tokenization 是槓桿最大的設計選擇 — 未來 microbial FM 應以 overlapping 12–13-mer 預訓練；工程挑戰是長k詞彙表意味著數十億參數的 embedding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3B3B"/>
                </a:solidFill>
                <a:latin typeface="Microsoft JhengHei"/>
              </a:rPr>
              <a:t>§8 · 主動揭露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限制與未來方向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Microsoft JhengHei"/>
              </a:rPr>
              <a:t>P0：Closed-set 評估 — 98.7%/r≈1 都是同一目錄；已證明是「學到組成」而非查表，但 out-of-genome generalization 仍是最重要待辦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391664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0936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模擬 reads 的侷限：ART 模擬可能對 alignment/k-mer 方法有利；真實 mock community 已顯示落差，但只有 1 個標準品/11 個屬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210560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2826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Baseline 廣度：只比較 Kraken2（raw + Bracken），建議未來加入 Centrifuge 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29455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94716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單一 read 長度：模擬用 150bp、mock 用 135bp，其他長度未測試；RC-TTA 只用在 NT-v2（已揭露、不影響定性結論）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8781"/>
                </a:solidFill>
                <a:latin typeface="Microsoft JhengHei"/>
              </a:rPr>
              <a:t>SUPPLEMENTARY + 待辦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附錄內容與投稿前待補清單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64240" cy="39319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572768"/>
            <a:ext cx="91440" cy="91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Microsoft JhengHei"/>
              </a:rPr>
              <a:t>Supplementary（S1–S8）：資料切分 · 訓練設定 · 其他 backbone 比較 · 完整結果 · train-fit 上限 · 查表分析 · 計算成本 · 真實 mock 細節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391664"/>
            <a:ext cx="91440" cy="9144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09368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✅ 已填：Conflicts of interest、Code availability（GitHub repo）、AI 使用揭露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210560"/>
            <a:ext cx="91440" cy="91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28264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⚠️ 待補：Funding 金額/grant number、Data DOI、第二作者 + ORCID + CRediT initials、Acknowledgments 名單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029455"/>
            <a:ext cx="91440" cy="91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947160"/>
            <a:ext cx="1049731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0B0B0B"/>
                </a:solidFill>
                <a:latin typeface="Microsoft JhengHei"/>
              </a:rPr>
              <a:t>⚠️ 待補：Supplementary S2 的 optimizer/scheduler 名稱需再次確認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514E"/>
                </a:solidFill>
                <a:latin typeface="Microsoft JhengHei"/>
              </a:rPr>
              <a:t>科學內容已完整一致；行政資訊是目前唯一的「非科學」缺口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Microsoft JhengHei"/>
              </a:rPr>
              <a:t>一張圖看完整論文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Microsoft JhengHei"/>
              </a:rPr>
              <a:t>19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82296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核心貢獻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把「data / pre-training / tokenization」三個常被混在一起的因子，用嚴謹的 one-factor-at-a-time 設計拆開，找出 tokenization 才是決定性變數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82296" cy="123444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最誠實的部分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主動加入 Bracken baseline 撤回過度宣稱的豐度優勢，又主動加入真實 mock community 揭露模擬-真實的落差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82296" cy="1234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B0B0B"/>
                </a:solidFill>
                <a:latin typeface="Microsoft JhengHei"/>
              </a:rPr>
              <a:t>最大待辦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out-of-genome generalization 實驗（P0）+ 作者/funding/DOI 行政資訊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64240" cy="5486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下一步：先做 P0 實驗，再補齊行政資訊，準備投稿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