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本週進度報告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90CAF9"/>
                </a:solidFill>
                <a:latin typeface="Microsoft JhengHei"/>
              </a:rPr>
              <a:t>GFM Metagenomic Benchmark → Briefings in Bioinformatics 投稿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BDEFB"/>
                </a:solidFill>
                <a:latin typeface="Microsoft JhengHei"/>
              </a:rPr>
              <a:t>2026-07-03（確認投稿方向） → 2026-07-13（今天）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B8860B"/>
                </a:solidFill>
                <a:latin typeface="Microsoft JhengHei"/>
              </a:rPr>
              <a:t>確認方向 → 補嚴謹度 → 誠實修正豐度宣稱 → 真實群落驗證 → 手稿定稿潤色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78909C"/>
                </a:solidFill>
                <a:latin typeface="Microsoft JhengHei"/>
              </a:rPr>
              <a:t>楊明儒 · 台大生醫電資所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本週時間軸總覽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從確認投稿方向到手稿定稿潤色</a:t>
            </a:r>
          </a:p>
        </p:txBody>
      </p:sp>
      <p:pic>
        <p:nvPicPr>
          <p:cNvPr id="3" name="Picture 2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5486400"/>
            <a:ext cx="11521440" cy="292608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A2540"/>
                </a:solidFill>
                <a:latin typeface="Microsoft JhengHei"/>
              </a:rPr>
              <a:t>7/3  確定重新定位為 BIB Problem-solving Protocol，同時點名兩個最危險的 reviewer 質疑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0"/>
            <a:ext cx="11521440" cy="292608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A2540"/>
                </a:solidFill>
                <a:latin typeface="Microsoft JhengHei"/>
              </a:rPr>
              <a:t>7/5-6  補 6-mer NB control 隔離混淆變數；依 reviewer 觀點大改 scope /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035040"/>
            <a:ext cx="11521440" cy="292608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A2540"/>
                </a:solidFill>
                <a:latin typeface="Microsoft JhengHei"/>
              </a:rPr>
              <a:t>7/8  誠實修正：發現豐度宣稱的 baseline 不夠強，主動撤回並補上 Kraken2+Bracken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309359"/>
            <a:ext cx="11521440" cy="292608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A2540"/>
                </a:solidFill>
                <a:latin typeface="Microsoft JhengHei"/>
              </a:rPr>
              <a:t>7/9-11  真實 ZymoBIOMICS mock community (D6331) 三方比較上線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83679"/>
            <a:ext cx="11521440" cy="292608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0A2540"/>
                </a:solidFill>
                <a:latin typeface="Microsoft JhengHei"/>
              </a:rPr>
              <a:t>7/13  敘事全文對齊，Figure 1 / compute 圖 / Box 1 潤色，第一作者資訊填入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起點：確認投稿方向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2026-07-03 — 為什麼是 BIB，為什麼要改寫成 Problem-solving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62828"/>
                </a:solidFill>
                <a:latin typeface="Microsoft JhengHei"/>
              </a:rPr>
              <a:t>結論：碩論以「thesis 形式」直接投 BIB 不適合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6068"/>
                </a:solidFill>
                <a:latin typeface="Microsoft JhengHei"/>
              </a:rPr>
              <a:t>BIB 偏 review 期刊、不收 pure original research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  <a:latin typeface="Microsoft JhengHei"/>
              </a:rPr>
              <a:t>對策：重新定位為 Problem-solving Protocol（2,000–5,000 字）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6068"/>
                </a:solidFill>
                <a:latin typeface="Microsoft JhengHei"/>
              </a:rPr>
              <a:t>敘事從「我提出 NT-v2+LoRA 方法」→「回答方法論問題：GFM 該如何被評估用於 metagenomic taxonomic classification」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1E6091"/>
                </a:solidFill>
                <a:latin typeface="Microsoft JhengHei"/>
              </a:rPr>
              <a:t>選定標題：How should genomic foundation models be evaluated for metagenomic taxonomic classification?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65100"/>
                </a:solidFill>
                <a:latin typeface="Microsoft JhengHei"/>
              </a:rPr>
              <a:t>投稿前主動點名的兩大風險（本週的工作正是逐一處理它們）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① Kraken2+Bracken baseline 不完整 —— 沒用最強 baseline 會被 reviewer 抓到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② 沒測真實 metagenomics —— 只有 ART 模擬數據，對 Kraken2 有結構性優勢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初稿完成 + 技術地基修復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2026-07-03 → 2026-07-06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7/3  Initial BIB manuscript draft（OUP Problem-solving Protocol 版型）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5A6068"/>
                </a:solidFill>
                <a:latin typeface="Microsoft JhengHei"/>
              </a:rPr>
              <a:t>Repo 建立 + GitHub Action 自動編譯（本機無 TeX，push 觸發，釘 TeX Live 2024）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7/4  修編譯錯誤：society logo 空白、tabular* 表格、CI 版本問題</a:t>
            </a:r>
          </a:p>
          <a:p>
            <a:pPr lvl="1">
              <a:spcAft>
                <a:spcPts val="600"/>
              </a:spcAft>
            </a:pPr>
            <a:r>
              <a:rPr sz="1250" b="0">
                <a:solidFill>
                  <a:srgbClr val="5A6068"/>
                </a:solidFill>
                <a:latin typeface="Microsoft JhengHei"/>
              </a:rPr>
              <a:t>統一全部圖表字體（DejaVu Sans）、逐一核對數據來源、修圖說不一致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7/5  修正引用格式：numbered [1,3–5]（unsrtnat + sort&amp;compress）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7/6  依 reviewer 觀點大改：scope、related work、protocol/decision boxes、reproducibility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補強因果嚴謹度：6-mer Naive Bayes Control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2026-07-05 — 隔離 k-mer 長度這個混淆變數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動機：先前只比較過「13-mer NB 74.9% vs NT-v2 6-mer 67%」，k-mer 長度本身是個沒控制的混淆變數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6091"/>
                </a:solidFill>
                <a:latin typeface="Microsoft JhengHei"/>
              </a:rPr>
              <a:t>補上 6-mer NB control（同方法、公平比較，只換 k 值）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  <a:latin typeface="Microsoft JhengHei"/>
              </a:rPr>
              <a:t>結果：NB 13-mer 74.9%  vs  NB 6-mer 25.9%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A6068"/>
                </a:solidFill>
                <a:latin typeface="Microsoft JhengHei"/>
              </a:rPr>
              <a:t>→ k-mer 長度才是決定性因子，不是「Naive Bayes 這個方法比較強」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鞏固論文核心論點：overlapping 13-mer 13-mer 87.4%（MT）vs NT-v2 6-mer 67.1% 的差距，來自 tokenization（k-mer 長度），不是 backbone pre-training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誠實轉折：豐度宣稱撤回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2026-07-08 — 補上最強 baseline 後，主動撤回先前結論</a:t>
            </a:r>
          </a:p>
        </p:txBody>
      </p:sp>
      <p:pic>
        <p:nvPicPr>
          <p:cNvPr id="3" name="Picture 2" descr="abundance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440680"/>
            <a:ext cx="11612880" cy="822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62828"/>
                </a:solidFill>
                <a:latin typeface="Microsoft JhengHei"/>
              </a:rPr>
              <a:t>呼應鐵律「不確定就驗，不硬凹」：先自己補上最強 baseline（Kraken2+Bracken），再誠實地把「neural 勝過 Kraken2」的宣稱改成「read-level 準確度 + out-of-database 穩健性」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真實世界驗證：ZymoBIOMICS Mock Community D6331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2026-07-09 → 07-11 — 回應「只測模擬數據」的風險</a:t>
            </a:r>
          </a:p>
        </p:txBody>
      </p:sp>
      <p:pic>
        <p:nvPicPr>
          <p:cNvPr id="3" name="Picture 2" descr="mock_co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795760" cy="4343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5440680"/>
            <a:ext cx="11795760" cy="82296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Microsoft JhengHei"/>
              </a:rPr>
              <a:t>關鍵發現：classical pipeline 在模擬（in-DB）數據上的壓倒性優勢是模擬數據的假象，無法直接轉移到真實 Illumina reads —— 新增 Sec 6.4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敘事對齊 + 最終視覺潤色</a:t>
            </a:r>
          </a:p>
          <a:p>
            <a:pPr algn="l"/>
            <a:r>
              <a:rPr sz="1300">
                <a:solidFill>
                  <a:srgbClr val="90CAF9"/>
                </a:solidFill>
                <a:latin typeface="Microsoft JhengHei"/>
              </a:rPr>
              <a:t>2026-07-13（今天）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全文敘事對齊：修掉「mock/Bracken 仍是 future work」等過時說法，統一 87.4% 的四捨五入，把模擬 vs 真實群落的建議分開講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Figure 1（benchmark design）重畫：修好右側箭頭錯位/重疊，語意修正為 reads → 逐一改變因子 → 三層級評估 → Kraken2+Bracken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rc_tta 圖：內部版本代號（v3/v9/v11...）換成有意義的設定名稱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Supplementary 新增統一 compute 圖（throughput + peak GPU memory）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Box 1 protocol checklist 8 步驟，每步都補上 rationale/pitfall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A2540"/>
                </a:solidFill>
                <a:latin typeface="Microsoft JhengHei"/>
              </a:rPr>
              <a:t>填入第一作者（楊明儒）與單位（台大生醫電資所）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目前狀態與待辦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  <a:latin typeface="Microsoft JhengHei"/>
              </a:rPr>
              <a:t>手稿現況：main 12 頁 + supplementary 4 頁，0 undefined refs，TeX Live 2024 全部乾淨編譯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A2540"/>
                </a:solidFill>
                <a:latin typeface="Microsoft JhengHei"/>
              </a:rPr>
              <a:t>本週已補齊投稿前識別的兩大風險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E7D32"/>
                </a:solidFill>
                <a:latin typeface="Microsoft JhengHei"/>
              </a:rPr>
              <a:t>✅ Kraken2+Bracken baseline 完整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E7D32"/>
                </a:solidFill>
                <a:latin typeface="Microsoft JhengHei"/>
              </a:rPr>
              <a:t>✅ 真實 mock community 驗證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E65100"/>
                </a:solidFill>
                <a:latin typeface="Microsoft JhengHei"/>
              </a:rPr>
              <a:t>尚待處理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C62828"/>
                </a:solidFill>
                <a:latin typeface="Microsoft JhengHei"/>
              </a:rPr>
              <a:t>P0：out-of-genome generalization 實驗（13-mer 98.7% 被質疑是 closed-set k-mer lookup 的最大風險，§8 已主動揭露但尚未做實驗）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待補作者資訊：第二作者、ORCID、funding、Zenodo DOI、CRediT initials、acknowledgments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0A2540"/>
                </a:solidFill>
                <a:latin typeface="Microsoft JhengHei"/>
              </a:rPr>
              <a:t>更完整真實群落驗證：多個 community、matched read length、Centrifuge 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本週總結：四個關鍵訊息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500" b="1">
                <a:solidFill>
                  <a:srgbClr val="0A2540"/>
                </a:solidFill>
                <a:latin typeface="Microsoft JhengHei"/>
              </a:rPr>
              <a:t>① 確認方向：重新定位為 BIB Problem-solving Protocol，並提前鎖定兩個最危險的 reviewer 質疑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1E6091"/>
                </a:solidFill>
                <a:latin typeface="Microsoft JhengHei"/>
              </a:rPr>
              <a:t>② 補嚴謹度：6-mer NB control 把「NB 比較強」收斂成「k-mer 長度才是關鍵」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C62828"/>
                </a:solidFill>
                <a:latin typeface="Microsoft JhengHei"/>
              </a:rPr>
              <a:t>③ 誠實自我修正：發現先前豐度宣稱只是 baseline 不夠強，主動撤回並重新定位論文賣點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E65100"/>
                </a:solidFill>
                <a:latin typeface="Microsoft JhengHei"/>
              </a:rPr>
              <a:t>④ 真實數據試煉：mock community 顯示模擬排名無法照搬到真實世界，是本週最重要的科學發現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lIns="137160" rIns="137160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B8860B"/>
                </a:solidFill>
                <a:latin typeface="Microsoft JhengHei"/>
              </a:rPr>
              <a:t>下一步：out-of-genome generalization 實驗（P0）+ 補齊作者資訊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